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changesInfos/changesInfo1.xml" ContentType="application/vnd.ms-powerpoint.changesinfo+xml"/>
  <Override PartName="/ppt/commentAuthors.xml" ContentType="application/vnd.openxmlformats-officedocument.presentationml.commentAuthors+xml"/>
  <Override PartName="/ppt/handoutMasters/handoutMaster1.xml" ContentType="application/vnd.openxmlformats-officedocument.presentationml.handoutMaster+xml"/>
  <Override PartName="/ppt/media/image1.svg" ContentType="image/svg+xml"/>
  <Override PartName="/ppt/media/image3.svg" ContentType="image/svg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7" r:id="rId4"/>
  </p:sldMasterIdLst>
  <p:handoutMasterIdLst>
    <p:handoutMasterId r:id="rId6"/>
  </p:handoutMasterIdLst>
  <p:sldIdLst>
    <p:sldId id="257" r:id="rId5"/>
  </p:sldIdLst>
  <p:sldSz cx="10693400" cy="756285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pos="964" userDrawn="1">
          <p15:clr>
            <a:srgbClr val="A4A3A4"/>
          </p15:clr>
        </p15:guide>
        <p15:guide id="2" orient="horz" pos="726" userDrawn="1">
          <p15:clr>
            <a:srgbClr val="A4A3A4"/>
          </p15:clr>
        </p15:guide>
        <p15:guide id="3" orient="horz" pos="2382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Sairamu, Priyanka (Cognizant)" initials="SP(" lastIdx="1" clrIdx="0">
    <p:extLst>
      <p:ext uri="{19B8F6BF-5375-455C-9EA6-DF929625EA0E}">
        <p15:presenceInfo xmlns:p15="http://schemas.microsoft.com/office/powerpoint/2012/main" userId="S::674949@cognizant.com::756692b1-d446-4fd5-8cdb-02dccc0b6a07" providerId="AD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0048"/>
    <a:srgbClr val="2E308E"/>
    <a:srgbClr val="2F78C4"/>
    <a:srgbClr val="7373D8"/>
    <a:srgbClr val="06C7CC"/>
    <a:srgbClr val="26EFE9"/>
    <a:srgbClr val="0033A0"/>
    <a:srgbClr val="387C2C"/>
    <a:srgbClr val="3B9563"/>
    <a:srgbClr val="00728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016" autoAdjust="0"/>
    <p:restoredTop sz="96327"/>
  </p:normalViewPr>
  <p:slideViewPr>
    <p:cSldViewPr snapToGrid="0">
      <p:cViewPr varScale="1">
        <p:scale>
          <a:sx n="53" d="100"/>
          <a:sy n="53" d="100"/>
        </p:scale>
        <p:origin x="1424" y="64"/>
      </p:cViewPr>
      <p:guideLst>
        <p:guide pos="964"/>
        <p:guide orient="horz" pos="726"/>
        <p:guide orient="horz" pos="2382"/>
      </p:guideLst>
    </p:cSldViewPr>
  </p:slideViewPr>
  <p:notesTextViewPr>
    <p:cViewPr>
      <p:scale>
        <a:sx n="1" d="1"/>
        <a:sy n="1" d="1"/>
      </p:scale>
      <p:origin x="0" y="0"/>
    </p:cViewPr>
  </p:notesTextViewPr>
  <p:notesViewPr>
    <p:cSldViewPr snapToGrid="0" showGuides="1">
      <p:cViewPr varScale="1">
        <p:scale>
          <a:sx n="62" d="100"/>
          <a:sy n="62" d="100"/>
        </p:scale>
        <p:origin x="3154" y="77"/>
      </p:cViewPr>
      <p:guideLst/>
    </p:cSldViewPr>
  </p:notes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customXml" Target="../customXml/item1.xml"/><Relationship Id="rId2" Type="http://schemas.openxmlformats.org/officeDocument/2006/relationships/customXml" Target="../customXml/item2.xml"/><Relationship Id="rId3" Type="http://schemas.openxmlformats.org/officeDocument/2006/relationships/customXml" Target="../customXml/item3.xml"/><Relationship Id="rId4" Type="http://schemas.openxmlformats.org/officeDocument/2006/relationships/slideMaster" Target="slideMasters/slideMaster1.xml"/><Relationship Id="rId5" Type="http://schemas.openxmlformats.org/officeDocument/2006/relationships/slide" Target="slides/slide1.xml"/><Relationship Id="rId6" Type="http://schemas.openxmlformats.org/officeDocument/2006/relationships/handoutMaster" Target="handoutMasters/handoutMaster1.xml"/><Relationship Id="rId7" Type="http://schemas.openxmlformats.org/officeDocument/2006/relationships/commentAuthors" Target="commentAuthors.xml"/><Relationship Id="rId8" Type="http://schemas.openxmlformats.org/officeDocument/2006/relationships/presProps" Target="presProps.xml"/><Relationship Id="rId9" Type="http://schemas.openxmlformats.org/officeDocument/2006/relationships/viewProps" Target="viewProps.xml"/><Relationship Id="rId10" Type="http://schemas.openxmlformats.org/officeDocument/2006/relationships/theme" Target="theme/theme1.xml"/><Relationship Id="rId11" Type="http://schemas.openxmlformats.org/officeDocument/2006/relationships/tableStyles" Target="tableStyles.xml"/><Relationship Id="rId12" Type="http://schemas.microsoft.com/office/2016/11/relationships/changesInfo" Target="changesInfos/changesInfo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M, Anand Babu (Cognizant)" userId="56130459-f50b-406f-a05c-15e526db97d9" providerId="ADAL" clId="{C10F7BEB-BB83-4C6D-91D4-8CCDDB903157}"/>
    <pc:docChg chg="delSld">
      <pc:chgData name="M, Anand Babu (Cognizant)" userId="56130459-f50b-406f-a05c-15e526db97d9" providerId="ADAL" clId="{C10F7BEB-BB83-4C6D-91D4-8CCDDB903157}" dt="2026-06-25T09:35:05.393" v="0" actId="47"/>
      <pc:docMkLst>
        <pc:docMk/>
      </pc:docMkLst>
      <pc:sldChg chg="del">
        <pc:chgData name="M, Anand Babu (Cognizant)" userId="56130459-f50b-406f-a05c-15e526db97d9" providerId="ADAL" clId="{C10F7BEB-BB83-4C6D-91D4-8CCDDB903157}" dt="2026-06-25T09:35:05.393" v="0" actId="47"/>
        <pc:sldMkLst>
          <pc:docMk/>
          <pc:sldMk cId="3548360108" sldId="270"/>
        </pc:sldMkLst>
      </pc:sldChg>
      <pc:sldChg chg="del">
        <pc:chgData name="M, Anand Babu (Cognizant)" userId="56130459-f50b-406f-a05c-15e526db97d9" providerId="ADAL" clId="{C10F7BEB-BB83-4C6D-91D4-8CCDDB903157}" dt="2026-06-25T09:35:05.393" v="0" actId="47"/>
        <pc:sldMkLst>
          <pc:docMk/>
          <pc:sldMk cId="4245777817" sldId="271"/>
        </pc:sldMkLst>
      </pc:sldChg>
      <pc:sldChg chg="del">
        <pc:chgData name="M, Anand Babu (Cognizant)" userId="56130459-f50b-406f-a05c-15e526db97d9" providerId="ADAL" clId="{C10F7BEB-BB83-4C6D-91D4-8CCDDB903157}" dt="2026-06-25T09:35:05.393" v="0" actId="47"/>
        <pc:sldMkLst>
          <pc:docMk/>
          <pc:sldMk cId="1948190190" sldId="272"/>
        </pc:sldMkLst>
      </pc:sldChg>
      <pc:sldChg chg="del">
        <pc:chgData name="M, Anand Babu (Cognizant)" userId="56130459-f50b-406f-a05c-15e526db97d9" providerId="ADAL" clId="{C10F7BEB-BB83-4C6D-91D4-8CCDDB903157}" dt="2026-06-25T09:35:05.393" v="0" actId="47"/>
        <pc:sldMkLst>
          <pc:docMk/>
          <pc:sldMk cId="2870372755" sldId="273"/>
        </pc:sldMkLst>
      </pc:sldChg>
    </pc:docChg>
  </pc:docChgLst>
</pc:chgInfo>
</file>

<file path=ppt/handoutMasters/_rels/handout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C93632BD-B991-4DBE-971E-57539E8FC912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5D631EFD-C5C5-4E63-A90F-4AE9500B7B93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CB7EFC72-E249-4B33-A203-C96261C098BE}" type="datetimeFigureOut">
              <a:rPr lang="en-IN" smtClean="0"/>
              <a:t>25-06-2026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44585CB0-99B1-4DE8-874F-327FA442A2A3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50D1DDC9-2504-4E37-862F-587D9D4A8B31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CADD4BE-4574-4ABE-9F1F-872E660DB2B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973904861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svg"/><Relationship Id="rId3" Type="http://schemas.openxmlformats.org/officeDocument/2006/relationships/image" Target="../media/image2.png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11">
            <a:extLst>
              <a:ext uri="{FF2B5EF4-FFF2-40B4-BE49-F238E27FC236}">
                <a16:creationId xmlns:a16="http://schemas.microsoft.com/office/drawing/2014/main" id="{038E07CE-D194-4DD6-BBA9-C81728F8F0D0}"/>
              </a:ext>
            </a:extLst>
          </p:cNvPr>
          <p:cNvPicPr>
            <a:picLocks noChangeAspect="1"/>
          </p:cNvPicPr>
          <p:nvPr userDrawn="1"/>
        </p:nvPicPr>
        <p:blipFill rotWithShape="1"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rcRect l="5010" t="10638" r="15648"/>
          <a:stretch/>
        </p:blipFill>
        <p:spPr>
          <a:xfrm>
            <a:off x="0" y="-1"/>
            <a:ext cx="10691909" cy="7562851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6874A774-D0B7-483B-83E9-53AD24617465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2652879" y="-1"/>
            <a:ext cx="8039030" cy="7562851"/>
          </a:xfrm>
          <a:prstGeom prst="rect">
            <a:avLst/>
          </a:prstGeom>
        </p:spPr>
      </p:pic>
      <p:sp>
        <p:nvSpPr>
          <p:cNvPr id="6" name="Rectangle 5">
            <a:extLst>
              <a:ext uri="{FF2B5EF4-FFF2-40B4-BE49-F238E27FC236}">
                <a16:creationId xmlns:a16="http://schemas.microsoft.com/office/drawing/2014/main" id="{D202A174-9CD1-462C-9647-1D2AE60B5989}"/>
              </a:ext>
            </a:extLst>
          </p:cNvPr>
          <p:cNvSpPr/>
          <p:nvPr userDrawn="1"/>
        </p:nvSpPr>
        <p:spPr>
          <a:xfrm>
            <a:off x="495760" y="450558"/>
            <a:ext cx="9694842" cy="6661731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495300" sx="102000" sy="102000" algn="ctr" rotWithShape="0">
              <a:prstClr val="black">
                <a:alpha val="1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06786139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68349444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8" r:id="rId1"/>
  </p:sldLayoutIdLst>
  <p:txStyles>
    <p:titleStyle>
      <a:lvl1pPr algn="l" defTabSz="1008400" rtl="0" eaLnBrk="1" latinLnBrk="0" hangingPunct="1">
        <a:lnSpc>
          <a:spcPct val="90000"/>
        </a:lnSpc>
        <a:spcBef>
          <a:spcPct val="0"/>
        </a:spcBef>
        <a:buNone/>
        <a:defRPr sz="4852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52100" indent="-252100" algn="l" defTabSz="1008400" rtl="0" eaLnBrk="1" latinLnBrk="0" hangingPunct="1">
        <a:lnSpc>
          <a:spcPct val="90000"/>
        </a:lnSpc>
        <a:spcBef>
          <a:spcPts val="1103"/>
        </a:spcBef>
        <a:buFont typeface="Arial" panose="020B0604020202020204" pitchFamily="34" charset="0"/>
        <a:buChar char="•"/>
        <a:defRPr sz="3088" kern="1200">
          <a:solidFill>
            <a:schemeClr val="tx1"/>
          </a:solidFill>
          <a:latin typeface="+mn-lt"/>
          <a:ea typeface="+mn-ea"/>
          <a:cs typeface="+mn-cs"/>
        </a:defRPr>
      </a:lvl1pPr>
      <a:lvl2pPr marL="756300" indent="-252100" algn="l" defTabSz="1008400" rtl="0" eaLnBrk="1" latinLnBrk="0" hangingPunct="1">
        <a:lnSpc>
          <a:spcPct val="90000"/>
        </a:lnSpc>
        <a:spcBef>
          <a:spcPts val="551"/>
        </a:spcBef>
        <a:buFont typeface="Arial" panose="020B0604020202020204" pitchFamily="34" charset="0"/>
        <a:buChar char="•"/>
        <a:defRPr sz="2647" kern="1200">
          <a:solidFill>
            <a:schemeClr val="tx1"/>
          </a:solidFill>
          <a:latin typeface="+mn-lt"/>
          <a:ea typeface="+mn-ea"/>
          <a:cs typeface="+mn-cs"/>
        </a:defRPr>
      </a:lvl2pPr>
      <a:lvl3pPr marL="1260500" indent="-252100" algn="l" defTabSz="1008400" rtl="0" eaLnBrk="1" latinLnBrk="0" hangingPunct="1">
        <a:lnSpc>
          <a:spcPct val="90000"/>
        </a:lnSpc>
        <a:spcBef>
          <a:spcPts val="551"/>
        </a:spcBef>
        <a:buFont typeface="Arial" panose="020B0604020202020204" pitchFamily="34" charset="0"/>
        <a:buChar char="•"/>
        <a:defRPr sz="2206" kern="1200">
          <a:solidFill>
            <a:schemeClr val="tx1"/>
          </a:solidFill>
          <a:latin typeface="+mn-lt"/>
          <a:ea typeface="+mn-ea"/>
          <a:cs typeface="+mn-cs"/>
        </a:defRPr>
      </a:lvl3pPr>
      <a:lvl4pPr marL="1764701" indent="-252100" algn="l" defTabSz="1008400" rtl="0" eaLnBrk="1" latinLnBrk="0" hangingPunct="1">
        <a:lnSpc>
          <a:spcPct val="90000"/>
        </a:lnSpc>
        <a:spcBef>
          <a:spcPts val="551"/>
        </a:spcBef>
        <a:buFont typeface="Arial" panose="020B0604020202020204" pitchFamily="34" charset="0"/>
        <a:buChar char="•"/>
        <a:defRPr sz="1985" kern="1200">
          <a:solidFill>
            <a:schemeClr val="tx1"/>
          </a:solidFill>
          <a:latin typeface="+mn-lt"/>
          <a:ea typeface="+mn-ea"/>
          <a:cs typeface="+mn-cs"/>
        </a:defRPr>
      </a:lvl4pPr>
      <a:lvl5pPr marL="2268901" indent="-252100" algn="l" defTabSz="1008400" rtl="0" eaLnBrk="1" latinLnBrk="0" hangingPunct="1">
        <a:lnSpc>
          <a:spcPct val="90000"/>
        </a:lnSpc>
        <a:spcBef>
          <a:spcPts val="551"/>
        </a:spcBef>
        <a:buFont typeface="Arial" panose="020B0604020202020204" pitchFamily="34" charset="0"/>
        <a:buChar char="•"/>
        <a:defRPr sz="1985" kern="1200">
          <a:solidFill>
            <a:schemeClr val="tx1"/>
          </a:solidFill>
          <a:latin typeface="+mn-lt"/>
          <a:ea typeface="+mn-ea"/>
          <a:cs typeface="+mn-cs"/>
        </a:defRPr>
      </a:lvl5pPr>
      <a:lvl6pPr marL="2773101" indent="-252100" algn="l" defTabSz="1008400" rtl="0" eaLnBrk="1" latinLnBrk="0" hangingPunct="1">
        <a:lnSpc>
          <a:spcPct val="90000"/>
        </a:lnSpc>
        <a:spcBef>
          <a:spcPts val="551"/>
        </a:spcBef>
        <a:buFont typeface="Arial" panose="020B0604020202020204" pitchFamily="34" charset="0"/>
        <a:buChar char="•"/>
        <a:defRPr sz="1985" kern="1200">
          <a:solidFill>
            <a:schemeClr val="tx1"/>
          </a:solidFill>
          <a:latin typeface="+mn-lt"/>
          <a:ea typeface="+mn-ea"/>
          <a:cs typeface="+mn-cs"/>
        </a:defRPr>
      </a:lvl6pPr>
      <a:lvl7pPr marL="3277301" indent="-252100" algn="l" defTabSz="1008400" rtl="0" eaLnBrk="1" latinLnBrk="0" hangingPunct="1">
        <a:lnSpc>
          <a:spcPct val="90000"/>
        </a:lnSpc>
        <a:spcBef>
          <a:spcPts val="551"/>
        </a:spcBef>
        <a:buFont typeface="Arial" panose="020B0604020202020204" pitchFamily="34" charset="0"/>
        <a:buChar char="•"/>
        <a:defRPr sz="1985" kern="1200">
          <a:solidFill>
            <a:schemeClr val="tx1"/>
          </a:solidFill>
          <a:latin typeface="+mn-lt"/>
          <a:ea typeface="+mn-ea"/>
          <a:cs typeface="+mn-cs"/>
        </a:defRPr>
      </a:lvl7pPr>
      <a:lvl8pPr marL="3781501" indent="-252100" algn="l" defTabSz="1008400" rtl="0" eaLnBrk="1" latinLnBrk="0" hangingPunct="1">
        <a:lnSpc>
          <a:spcPct val="90000"/>
        </a:lnSpc>
        <a:spcBef>
          <a:spcPts val="551"/>
        </a:spcBef>
        <a:buFont typeface="Arial" panose="020B0604020202020204" pitchFamily="34" charset="0"/>
        <a:buChar char="•"/>
        <a:defRPr sz="1985" kern="1200">
          <a:solidFill>
            <a:schemeClr val="tx1"/>
          </a:solidFill>
          <a:latin typeface="+mn-lt"/>
          <a:ea typeface="+mn-ea"/>
          <a:cs typeface="+mn-cs"/>
        </a:defRPr>
      </a:lvl8pPr>
      <a:lvl9pPr marL="4285701" indent="-252100" algn="l" defTabSz="1008400" rtl="0" eaLnBrk="1" latinLnBrk="0" hangingPunct="1">
        <a:lnSpc>
          <a:spcPct val="90000"/>
        </a:lnSpc>
        <a:spcBef>
          <a:spcPts val="551"/>
        </a:spcBef>
        <a:buFont typeface="Arial" panose="020B0604020202020204" pitchFamily="34" charset="0"/>
        <a:buChar char="•"/>
        <a:defRPr sz="1985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1008400" rtl="0" eaLnBrk="1" latinLnBrk="0" hangingPunct="1">
        <a:defRPr sz="1985" kern="1200">
          <a:solidFill>
            <a:schemeClr val="tx1"/>
          </a:solidFill>
          <a:latin typeface="+mn-lt"/>
          <a:ea typeface="+mn-ea"/>
          <a:cs typeface="+mn-cs"/>
        </a:defRPr>
      </a:lvl1pPr>
      <a:lvl2pPr marL="504200" algn="l" defTabSz="1008400" rtl="0" eaLnBrk="1" latinLnBrk="0" hangingPunct="1">
        <a:defRPr sz="1985" kern="1200">
          <a:solidFill>
            <a:schemeClr val="tx1"/>
          </a:solidFill>
          <a:latin typeface="+mn-lt"/>
          <a:ea typeface="+mn-ea"/>
          <a:cs typeface="+mn-cs"/>
        </a:defRPr>
      </a:lvl2pPr>
      <a:lvl3pPr marL="1008400" algn="l" defTabSz="1008400" rtl="0" eaLnBrk="1" latinLnBrk="0" hangingPunct="1">
        <a:defRPr sz="1985" kern="1200">
          <a:solidFill>
            <a:schemeClr val="tx1"/>
          </a:solidFill>
          <a:latin typeface="+mn-lt"/>
          <a:ea typeface="+mn-ea"/>
          <a:cs typeface="+mn-cs"/>
        </a:defRPr>
      </a:lvl3pPr>
      <a:lvl4pPr marL="1512600" algn="l" defTabSz="1008400" rtl="0" eaLnBrk="1" latinLnBrk="0" hangingPunct="1">
        <a:defRPr sz="1985" kern="1200">
          <a:solidFill>
            <a:schemeClr val="tx1"/>
          </a:solidFill>
          <a:latin typeface="+mn-lt"/>
          <a:ea typeface="+mn-ea"/>
          <a:cs typeface="+mn-cs"/>
        </a:defRPr>
      </a:lvl4pPr>
      <a:lvl5pPr marL="2016801" algn="l" defTabSz="1008400" rtl="0" eaLnBrk="1" latinLnBrk="0" hangingPunct="1">
        <a:defRPr sz="1985" kern="1200">
          <a:solidFill>
            <a:schemeClr val="tx1"/>
          </a:solidFill>
          <a:latin typeface="+mn-lt"/>
          <a:ea typeface="+mn-ea"/>
          <a:cs typeface="+mn-cs"/>
        </a:defRPr>
      </a:lvl5pPr>
      <a:lvl6pPr marL="2521001" algn="l" defTabSz="1008400" rtl="0" eaLnBrk="1" latinLnBrk="0" hangingPunct="1">
        <a:defRPr sz="1985" kern="1200">
          <a:solidFill>
            <a:schemeClr val="tx1"/>
          </a:solidFill>
          <a:latin typeface="+mn-lt"/>
          <a:ea typeface="+mn-ea"/>
          <a:cs typeface="+mn-cs"/>
        </a:defRPr>
      </a:lvl6pPr>
      <a:lvl7pPr marL="3025201" algn="l" defTabSz="1008400" rtl="0" eaLnBrk="1" latinLnBrk="0" hangingPunct="1">
        <a:defRPr sz="1985" kern="1200">
          <a:solidFill>
            <a:schemeClr val="tx1"/>
          </a:solidFill>
          <a:latin typeface="+mn-lt"/>
          <a:ea typeface="+mn-ea"/>
          <a:cs typeface="+mn-cs"/>
        </a:defRPr>
      </a:lvl7pPr>
      <a:lvl8pPr marL="3529401" algn="l" defTabSz="1008400" rtl="0" eaLnBrk="1" latinLnBrk="0" hangingPunct="1">
        <a:defRPr sz="1985" kern="1200">
          <a:solidFill>
            <a:schemeClr val="tx1"/>
          </a:solidFill>
          <a:latin typeface="+mn-lt"/>
          <a:ea typeface="+mn-ea"/>
          <a:cs typeface="+mn-cs"/>
        </a:defRPr>
      </a:lvl8pPr>
      <a:lvl9pPr marL="4033601" algn="l" defTabSz="1008400" rtl="0" eaLnBrk="1" latinLnBrk="0" hangingPunct="1">
        <a:defRPr sz="1985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3.svg"/><Relationship Id="rId3" Type="http://schemas.openxmlformats.org/officeDocument/2006/relationships/image" Target="../media/image4.jpeg"/><Relationship Id="rId4" Type="http://schemas.openxmlformats.org/officeDocument/2006/relationships/image" Target="../media/image5.jpe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TextBox 14"/>
          <p:cNvSpPr txBox="1"/>
          <p:nvPr/>
        </p:nvSpPr>
        <p:spPr>
          <a:xfrm>
            <a:off x="1441508" y="3458927"/>
            <a:ext cx="7006727" cy="369332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 defTabSz="457200"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000048"/>
                </a:solidFill>
                <a:effectLst/>
                <a:uLnTx/>
                <a:uFillTx/>
                <a:latin typeface="Arial"/>
                <a:cs typeface="Arial"/>
              </a:rPr>
              <a:t>Who has successfully completed the </a:t>
            </a:r>
            <a:endParaRPr lang="en-US" dirty="0">
              <a:ea typeface="+mn-lt"/>
              <a:cs typeface="+mn-lt"/>
            </a:endParaRPr>
          </a:p>
        </p:txBody>
      </p:sp>
      <p:sp>
        <p:nvSpPr>
          <p:cNvPr id="16" name="TextBox 15"/>
          <p:cNvSpPr txBox="1"/>
          <p:nvPr/>
        </p:nvSpPr>
        <p:spPr>
          <a:xfrm>
            <a:off x="1436428" y="4117574"/>
            <a:ext cx="7684267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 defTabSz="457200">
              <a:defRPr/>
            </a:pPr>
            <a:r>
              <a:rPr lang="en-US" sz="2200" b="1" dirty="0" err="1">
                <a:solidFill>
                  <a:srgbClr val="002060"/>
                </a:solidFill>
                <a:latin typeface="Arial"/>
                <a:cs typeface="Arial"/>
              </a:rPr>
              <a:t>OpenAi</a:t>
            </a:r>
            <a:r>
              <a:rPr lang="en-US" sz="2200" b="1" dirty="0">
                <a:solidFill>
                  <a:srgbClr val="002060"/>
                </a:solidFill>
                <a:latin typeface="Arial"/>
                <a:cs typeface="Arial"/>
              </a:rPr>
              <a:t> Codex Hackathon 2026</a:t>
            </a:r>
            <a:endParaRPr kumimoji="0" lang="en-US" sz="2200" b="1" i="0" u="none" strike="noStrike" kern="1200" cap="none" spc="0" normalizeH="0" baseline="0" noProof="0" dirty="0">
              <a:ln>
                <a:noFill/>
              </a:ln>
              <a:solidFill>
                <a:srgbClr val="000048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Arial" panose="020B0604020202020204" pitchFamily="34" charset="0"/>
            </a:endParaRPr>
          </a:p>
        </p:txBody>
      </p:sp>
      <p:sp>
        <p:nvSpPr>
          <p:cNvPr id="17" name="TextBox 16"/>
          <p:cNvSpPr txBox="1"/>
          <p:nvPr/>
        </p:nvSpPr>
        <p:spPr>
          <a:xfrm>
            <a:off x="1436428" y="4705476"/>
            <a:ext cx="8361803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600" b="0" i="0" u="none" strike="noStrike" kern="1200" cap="none" spc="0" normalizeH="0" baseline="0" noProof="0" dirty="0">
                <a:ln>
                  <a:noFill/>
                </a:ln>
                <a:solidFill>
                  <a:srgbClr val="000048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With all the rights, privileges and honors thereunto appertaining. Given this 5-Jun-26.</a:t>
            </a:r>
          </a:p>
        </p:txBody>
      </p:sp>
      <p:cxnSp>
        <p:nvCxnSpPr>
          <p:cNvPr id="18" name="Straight Connector 17"/>
          <p:cNvCxnSpPr>
            <a:cxnSpLocks/>
          </p:cNvCxnSpPr>
          <p:nvPr/>
        </p:nvCxnSpPr>
        <p:spPr>
          <a:xfrm>
            <a:off x="1544458" y="3309275"/>
            <a:ext cx="5703009" cy="0"/>
          </a:xfrm>
          <a:prstGeom prst="line">
            <a:avLst/>
          </a:prstGeom>
          <a:ln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1" name="TextBox 20"/>
          <p:cNvSpPr txBox="1"/>
          <p:nvPr/>
        </p:nvSpPr>
        <p:spPr>
          <a:xfrm>
            <a:off x="1426268" y="2714696"/>
            <a:ext cx="7006727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t>Darshan Sadashiva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9E449657-D3CA-4924-9C62-4460015D1E85}"/>
              </a:ext>
            </a:extLst>
          </p:cNvPr>
          <p:cNvSpPr txBox="1"/>
          <p:nvPr/>
        </p:nvSpPr>
        <p:spPr>
          <a:xfrm>
            <a:off x="6339248" y="925935"/>
            <a:ext cx="3438525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2000" dirty="0">
                <a:solidFill>
                  <a:srgbClr val="2E308E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Learning &amp; Development</a:t>
            </a:r>
            <a:endParaRPr lang="en-IN" sz="2000" dirty="0">
              <a:solidFill>
                <a:srgbClr val="2E308E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24" name="Logo">
            <a:extLst>
              <a:ext uri="{FF2B5EF4-FFF2-40B4-BE49-F238E27FC236}">
                <a16:creationId xmlns:a16="http://schemas.microsoft.com/office/drawing/2014/main" id="{DD6068AE-E6D0-4098-B769-F545929DE719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rcRect/>
          <a:stretch/>
        </p:blipFill>
        <p:spPr>
          <a:xfrm>
            <a:off x="708573" y="676847"/>
            <a:ext cx="2978588" cy="893575"/>
          </a:xfrm>
          <a:prstGeom prst="rect">
            <a:avLst/>
          </a:prstGeom>
        </p:spPr>
      </p:pic>
      <p:sp>
        <p:nvSpPr>
          <p:cNvPr id="13" name="Title 1">
            <a:extLst>
              <a:ext uri="{FF2B5EF4-FFF2-40B4-BE49-F238E27FC236}">
                <a16:creationId xmlns:a16="http://schemas.microsoft.com/office/drawing/2014/main" id="{44A7B594-C1CE-4604-9E4F-A779BFD3BE80}"/>
              </a:ext>
            </a:extLst>
          </p:cNvPr>
          <p:cNvSpPr txBox="1">
            <a:spLocks/>
          </p:cNvSpPr>
          <p:nvPr/>
        </p:nvSpPr>
        <p:spPr>
          <a:xfrm>
            <a:off x="1454056" y="1666378"/>
            <a:ext cx="9770383" cy="704525"/>
          </a:xfrm>
          <a:prstGeom prst="rect">
            <a:avLst/>
          </a:prstGeom>
        </p:spPr>
        <p:txBody>
          <a:bodyPr vert="horz" lIns="91440" tIns="45720" rIns="91440" bIns="45720" rtlCol="0" anchor="b">
            <a:noAutofit/>
          </a:bodyPr>
          <a:lstStyle>
            <a:lvl1pPr algn="ctr" defTabSz="1008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617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r>
              <a:rPr lang="en-US" sz="3400" dirty="0">
                <a:solidFill>
                  <a:srgbClr val="2E308E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Certificate of Completion</a:t>
            </a:r>
          </a:p>
        </p:txBody>
      </p:sp>
      <p:grpSp>
        <p:nvGrpSpPr>
          <p:cNvPr id="9" name="Group 8">
            <a:extLst>
              <a:ext uri="{FF2B5EF4-FFF2-40B4-BE49-F238E27FC236}">
                <a16:creationId xmlns:a16="http://schemas.microsoft.com/office/drawing/2014/main" id="{A9E60CD2-2DF5-710C-40B6-766A4E29806D}"/>
              </a:ext>
            </a:extLst>
          </p:cNvPr>
          <p:cNvGrpSpPr/>
          <p:nvPr/>
        </p:nvGrpSpPr>
        <p:grpSpPr>
          <a:xfrm>
            <a:off x="6732775" y="6152465"/>
            <a:ext cx="2978588" cy="793855"/>
            <a:chOff x="2035066" y="6240340"/>
            <a:chExt cx="2514600" cy="784314"/>
          </a:xfrm>
        </p:grpSpPr>
        <p:sp>
          <p:nvSpPr>
            <p:cNvPr id="10" name="TextBox 9">
              <a:extLst>
                <a:ext uri="{FF2B5EF4-FFF2-40B4-BE49-F238E27FC236}">
                  <a16:creationId xmlns:a16="http://schemas.microsoft.com/office/drawing/2014/main" id="{B255E0CF-80B9-10E2-C9B5-9B0995562CE8}"/>
                </a:ext>
              </a:extLst>
            </p:cNvPr>
            <p:cNvSpPr txBox="1"/>
            <p:nvPr/>
          </p:nvSpPr>
          <p:spPr>
            <a:xfrm>
              <a:off x="2035066" y="6294867"/>
              <a:ext cx="2514600" cy="72978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400" b="1" dirty="0">
                  <a:solidFill>
                    <a:srgbClr val="000048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Thirumala Arohi</a:t>
              </a:r>
            </a:p>
            <a:p>
              <a:r>
                <a:rPr lang="en-US" sz="1400" dirty="0">
                  <a:solidFill>
                    <a:srgbClr val="000048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Chief Learning Officer, </a:t>
              </a:r>
            </a:p>
            <a:p>
              <a:r>
                <a:rPr lang="en-US" sz="1400" dirty="0">
                  <a:solidFill>
                    <a:srgbClr val="000048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Learning &amp; Development​</a:t>
              </a:r>
            </a:p>
          </p:txBody>
        </p:sp>
        <p:cxnSp>
          <p:nvCxnSpPr>
            <p:cNvPr id="11" name="Straight Connector 10">
              <a:extLst>
                <a:ext uri="{FF2B5EF4-FFF2-40B4-BE49-F238E27FC236}">
                  <a16:creationId xmlns:a16="http://schemas.microsoft.com/office/drawing/2014/main" id="{527831B4-E3ED-3E25-A0E2-5E7CEA86BBBB}"/>
                </a:ext>
              </a:extLst>
            </p:cNvPr>
            <p:cNvCxnSpPr>
              <a:cxnSpLocks/>
            </p:cNvCxnSpPr>
            <p:nvPr/>
          </p:nvCxnSpPr>
          <p:spPr>
            <a:xfrm>
              <a:off x="2131894" y="6240340"/>
              <a:ext cx="2011680" cy="0"/>
            </a:xfrm>
            <a:prstGeom prst="line">
              <a:avLst/>
            </a:prstGeom>
            <a:ln>
              <a:solidFill>
                <a:srgbClr val="0033A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pic>
        <p:nvPicPr>
          <p:cNvPr id="12" name="Picture 11" descr="A close-up of a signature  AI-generated content may be incorrect.">
            <a:extLst>
              <a:ext uri="{FF2B5EF4-FFF2-40B4-BE49-F238E27FC236}">
                <a16:creationId xmlns:a16="http://schemas.microsoft.com/office/drawing/2014/main" id="{C5AABFEA-8F56-CD98-C377-96F38EFF1614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677371" y="5514651"/>
            <a:ext cx="1859280" cy="564742"/>
          </a:xfrm>
          <a:prstGeom prst="rect">
            <a:avLst/>
          </a:prstGeom>
        </p:spPr>
      </p:pic>
      <p:grpSp>
        <p:nvGrpSpPr>
          <p:cNvPr id="2" name="Group 1">
            <a:extLst>
              <a:ext uri="{FF2B5EF4-FFF2-40B4-BE49-F238E27FC236}">
                <a16:creationId xmlns:a16="http://schemas.microsoft.com/office/drawing/2014/main" id="{509A6E14-2B65-5C0B-FC64-302957DC79A9}"/>
              </a:ext>
            </a:extLst>
          </p:cNvPr>
          <p:cNvGrpSpPr/>
          <p:nvPr/>
        </p:nvGrpSpPr>
        <p:grpSpPr>
          <a:xfrm>
            <a:off x="1410940" y="5410271"/>
            <a:ext cx="2978588" cy="1532518"/>
            <a:chOff x="1410940" y="5410271"/>
            <a:chExt cx="2978588" cy="1532518"/>
          </a:xfrm>
        </p:grpSpPr>
        <p:pic>
          <p:nvPicPr>
            <p:cNvPr id="14" name="Picture 13">
              <a:extLst>
                <a:ext uri="{FF2B5EF4-FFF2-40B4-BE49-F238E27FC236}">
                  <a16:creationId xmlns:a16="http://schemas.microsoft.com/office/drawing/2014/main" id="{F52704FB-B5D3-799B-904C-80EE4A0E1727}"/>
                </a:ext>
              </a:extLst>
            </p:cNvPr>
            <p:cNvPicPr>
              <a:picLocks noChangeAspect="1"/>
            </p:cNvPicPr>
            <p:nvPr/>
          </p:nvPicPr>
          <p:blipFill>
            <a:blip r:embed="rId4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14405" t="19413" r="21012" b="20862"/>
            <a:stretch>
              <a:fillRect/>
            </a:stretch>
          </p:blipFill>
          <p:spPr>
            <a:xfrm>
              <a:off x="1525634" y="5410271"/>
              <a:ext cx="1554446" cy="807407"/>
            </a:xfrm>
            <a:prstGeom prst="rect">
              <a:avLst/>
            </a:prstGeom>
          </p:spPr>
        </p:pic>
        <p:grpSp>
          <p:nvGrpSpPr>
            <p:cNvPr id="19" name="Group 18">
              <a:extLst>
                <a:ext uri="{FF2B5EF4-FFF2-40B4-BE49-F238E27FC236}">
                  <a16:creationId xmlns:a16="http://schemas.microsoft.com/office/drawing/2014/main" id="{669A637D-574A-ACE8-C8A0-ED78823EB168}"/>
                </a:ext>
              </a:extLst>
            </p:cNvPr>
            <p:cNvGrpSpPr/>
            <p:nvPr/>
          </p:nvGrpSpPr>
          <p:grpSpPr>
            <a:xfrm>
              <a:off x="1410940" y="6148936"/>
              <a:ext cx="2978588" cy="793853"/>
              <a:chOff x="2035066" y="6240340"/>
              <a:chExt cx="2514600" cy="784312"/>
            </a:xfrm>
          </p:grpSpPr>
          <p:sp>
            <p:nvSpPr>
              <p:cNvPr id="20" name="TextBox 19">
                <a:extLst>
                  <a:ext uri="{FF2B5EF4-FFF2-40B4-BE49-F238E27FC236}">
                    <a16:creationId xmlns:a16="http://schemas.microsoft.com/office/drawing/2014/main" id="{2409EEE7-A3D0-27D8-442E-9EE2DDF991E1}"/>
                  </a:ext>
                </a:extLst>
              </p:cNvPr>
              <p:cNvSpPr txBox="1"/>
              <p:nvPr/>
            </p:nvSpPr>
            <p:spPr>
              <a:xfrm>
                <a:off x="2035066" y="6294866"/>
                <a:ext cx="2514600" cy="729786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sz="1400" b="1" dirty="0">
                    <a:solidFill>
                      <a:srgbClr val="000048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Hari Parameswaran</a:t>
                </a:r>
              </a:p>
              <a:p>
                <a:r>
                  <a:rPr lang="en-US" sz="1400" dirty="0">
                    <a:solidFill>
                      <a:srgbClr val="000048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Global Delivery Head </a:t>
                </a:r>
              </a:p>
              <a:p>
                <a:r>
                  <a:rPr lang="en-US" sz="1400" dirty="0">
                    <a:solidFill>
                      <a:srgbClr val="000048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ADM &amp; DE</a:t>
                </a:r>
              </a:p>
            </p:txBody>
          </p:sp>
          <p:cxnSp>
            <p:nvCxnSpPr>
              <p:cNvPr id="22" name="Straight Connector 21">
                <a:extLst>
                  <a:ext uri="{FF2B5EF4-FFF2-40B4-BE49-F238E27FC236}">
                    <a16:creationId xmlns:a16="http://schemas.microsoft.com/office/drawing/2014/main" id="{903A8F3C-A82B-0AD0-85E0-F502518B2D3E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2131894" y="6240340"/>
                <a:ext cx="2011680" cy="0"/>
              </a:xfrm>
              <a:prstGeom prst="line">
                <a:avLst/>
              </a:prstGeom>
              <a:ln>
                <a:solidFill>
                  <a:srgbClr val="0033A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</p:grpSp>
    </p:spTree>
    <p:extLst>
      <p:ext uri="{BB962C8B-B14F-4D97-AF65-F5344CB8AC3E}">
        <p14:creationId xmlns:p14="http://schemas.microsoft.com/office/powerpoint/2010/main" val="2534657322"/>
      </p:ext>
    </p:extLst>
  </p:cSld>
  <p:clrMapOvr>
    <a:masterClrMapping/>
  </p:clrMapOvr>
</p:sld>
</file>

<file path=ppt/theme/theme1.xml><?xml version="1.0" encoding="utf-8"?>
<a:theme xmlns:a="http://schemas.openxmlformats.org/drawingml/2006/main" name="3_Office Theme">
  <a:themeElements>
    <a:clrScheme name="Office Them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Them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2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lcf76f155ced4ddcb4097134ff3c332f xmlns="9bf2d67a-4843-4f77-8dec-dc49e79de6e2">
      <Terms xmlns="http://schemas.microsoft.com/office/infopath/2007/PartnerControls"/>
    </lcf76f155ced4ddcb4097134ff3c332f>
    <TaxCatchAll xmlns="ced96c98-7ffa-4594-9ee3-7376ab79bd9a" xsi:nil="true"/>
    <SharedWithUsers xmlns="ced96c98-7ffa-4594-9ee3-7376ab79bd9a">
      <UserInfo>
        <DisplayName/>
        <AccountId xsi:nil="true"/>
        <AccountType/>
      </UserInfo>
    </SharedWithUsers>
    <MediaLengthInSeconds xmlns="9bf2d67a-4843-4f77-8dec-dc49e79de6e2" xsi:nil="true"/>
    <Descriptionofimage_x002f_video xmlns="9bf2d67a-4843-4f77-8dec-dc49e79de6e2" xsi:nil="true"/>
  </documentManagement>
</p:properti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4A7729D200C48A4FB15671A5A5EFA42D" ma:contentTypeVersion="20" ma:contentTypeDescription="Create a new document." ma:contentTypeScope="" ma:versionID="db95f8695b136310d721a5b552d839a9">
  <xsd:schema xmlns:xsd="http://www.w3.org/2001/XMLSchema" xmlns:xs="http://www.w3.org/2001/XMLSchema" xmlns:p="http://schemas.microsoft.com/office/2006/metadata/properties" xmlns:ns2="9bf2d67a-4843-4f77-8dec-dc49e79de6e2" xmlns:ns3="ced96c98-7ffa-4594-9ee3-7376ab79bd9a" targetNamespace="http://schemas.microsoft.com/office/2006/metadata/properties" ma:root="true" ma:fieldsID="598d6e2b61accdcf80025d3b943c58c5" ns2:_="" ns3:_="">
    <xsd:import namespace="9bf2d67a-4843-4f77-8dec-dc49e79de6e2"/>
    <xsd:import namespace="ced96c98-7ffa-4594-9ee3-7376ab79bd9a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LengthInSeconds" minOccurs="0"/>
                <xsd:element ref="ns2:MediaServiceDateTaken" minOccurs="0"/>
                <xsd:element ref="ns2:MediaServiceAutoTags" minOccurs="0"/>
                <xsd:element ref="ns2:MediaServiceAutoKeyPoints" minOccurs="0"/>
                <xsd:element ref="ns2:MediaServiceKeyPoints" minOccurs="0"/>
                <xsd:element ref="ns2:MediaServiceGenerationTime" minOccurs="0"/>
                <xsd:element ref="ns2:MediaServiceEventHashCode" minOccurs="0"/>
                <xsd:element ref="ns2:MediaServiceOCR" minOccurs="0"/>
                <xsd:element ref="ns3:SharedWithUsers" minOccurs="0"/>
                <xsd:element ref="ns3:SharedWithDetails" minOccurs="0"/>
                <xsd:element ref="ns2:lcf76f155ced4ddcb4097134ff3c332f" minOccurs="0"/>
                <xsd:element ref="ns3:TaxCatchAll" minOccurs="0"/>
                <xsd:element ref="ns2:MediaServiceLocation" minOccurs="0"/>
                <xsd:element ref="ns2:MediaServiceObjectDetectorVersions" minOccurs="0"/>
                <xsd:element ref="ns2:MediaServiceSearchProperties" minOccurs="0"/>
                <xsd:element ref="ns2:MediaServiceBillingMetadata" minOccurs="0"/>
                <xsd:element ref="ns2:Descriptionofimage_x002f_video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9bf2d67a-4843-4f77-8dec-dc49e79de6e2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LengthInSeconds" ma:index="10" nillable="true" ma:displayName="MediaLengthInSeconds" ma:hidden="true" ma:internalName="MediaLengthInSeconds" ma:readOnly="true">
      <xsd:simpleType>
        <xsd:restriction base="dms:Unknown"/>
      </xsd:simpleType>
    </xsd:element>
    <xsd:element name="MediaServiceDateTaken" ma:index="11" nillable="true" ma:displayName="MediaServiceDateTaken" ma:hidden="true" ma:internalName="MediaServiceDateTaken" ma:readOnly="true">
      <xsd:simpleType>
        <xsd:restriction base="dms:Text"/>
      </xsd:simpleType>
    </xsd:element>
    <xsd:element name="MediaServiceAutoTags" ma:index="12" nillable="true" ma:displayName="Tags" ma:internalName="MediaServiceAutoTags" ma:readOnly="true">
      <xsd:simpleType>
        <xsd:restriction base="dms:Text"/>
      </xsd:simpleType>
    </xsd:element>
    <xsd:element name="MediaServiceAutoKeyPoints" ma:index="13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4" nillable="true" ma:displayName="KeyPoints" ma:internalName="MediaServiceKeyPoints" ma:readOnly="true">
      <xsd:simpleType>
        <xsd:restriction base="dms:Note">
          <xsd:maxLength value="255"/>
        </xsd:restriction>
      </xsd:simpleType>
    </xsd:element>
    <xsd:element name="MediaServiceGenerationTime" ma:index="15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6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OCR" ma:index="17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lcf76f155ced4ddcb4097134ff3c332f" ma:index="21" nillable="true" ma:taxonomy="true" ma:internalName="lcf76f155ced4ddcb4097134ff3c332f" ma:taxonomyFieldName="MediaServiceImageTags" ma:displayName="Image Tags" ma:readOnly="false" ma:fieldId="{5cf76f15-5ced-4ddc-b409-7134ff3c332f}" ma:taxonomyMulti="true" ma:sspId="63b7d1d5-7262-4eb7-85df-493a730aa646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Location" ma:index="23" nillable="true" ma:displayName="Location" ma:description="" ma:indexed="true" ma:internalName="MediaServiceLocation" ma:readOnly="true">
      <xsd:simpleType>
        <xsd:restriction base="dms:Text"/>
      </xsd:simpleType>
    </xsd:element>
    <xsd:element name="MediaServiceObjectDetectorVersions" ma:index="24" nillable="true" ma:displayName="MediaServiceObjectDetectorVersions" ma:description="" ma:hidden="true" ma:indexed="true" ma:internalName="MediaServiceObjectDetectorVersions" ma:readOnly="true">
      <xsd:simpleType>
        <xsd:restriction base="dms:Text"/>
      </xsd:simpleType>
    </xsd:element>
    <xsd:element name="MediaServiceSearchProperties" ma:index="25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BillingMetadata" ma:index="26" nillable="true" ma:displayName="MediaServiceBillingMetadata" ma:hidden="true" ma:internalName="MediaServiceBillingMetadata" ma:readOnly="true">
      <xsd:simpleType>
        <xsd:restriction base="dms:Note"/>
      </xsd:simpleType>
    </xsd:element>
    <xsd:element name="Descriptionofimage_x002f_video" ma:index="27" nillable="true" ma:displayName="Description of image/video" ma:format="Dropdown" ma:internalName="Descriptionofimage_x002f_video">
      <xsd:simpleType>
        <xsd:restriction base="dms:Note">
          <xsd:maxLength value="255"/>
        </xsd:restriction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ced96c98-7ffa-4594-9ee3-7376ab79bd9a" elementFormDefault="qualified">
    <xsd:import namespace="http://schemas.microsoft.com/office/2006/documentManagement/types"/>
    <xsd:import namespace="http://schemas.microsoft.com/office/infopath/2007/PartnerControls"/>
    <xsd:element name="SharedWithUsers" ma:index="18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9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  <xsd:element name="TaxCatchAll" ma:index="22" nillable="true" ma:displayName="Taxonomy Catch All Column" ma:hidden="true" ma:list="{6e667ea5-12be-4e6c-980c-6d5563f5e3d5}" ma:internalName="TaxCatchAll" ma:showField="CatchAllData" ma:web="ced96c98-7ffa-4594-9ee3-7376ab79bd9a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2B40CE6D-328F-45E8-A60F-806BF514B213}">
  <ds:schemaRefs>
    <ds:schemaRef ds:uri="http://schemas.microsoft.com/sharepoint/v3/contenttype/forms"/>
  </ds:schemaRefs>
</ds:datastoreItem>
</file>

<file path=customXml/itemProps2.xml><?xml version="1.0" encoding="utf-8"?>
<ds:datastoreItem xmlns:ds="http://schemas.openxmlformats.org/officeDocument/2006/customXml" ds:itemID="{A24E83C1-B1E9-41FE-9044-7172F747B41A}">
  <ds:schemaRefs>
    <ds:schemaRef ds:uri="http://schemas.microsoft.com/office/2006/metadata/properties"/>
    <ds:schemaRef ds:uri="http://schemas.microsoft.com/office/infopath/2007/PartnerControls"/>
    <ds:schemaRef ds:uri="9bf2d67a-4843-4f77-8dec-dc49e79de6e2"/>
    <ds:schemaRef ds:uri="ced96c98-7ffa-4594-9ee3-7376ab79bd9a"/>
  </ds:schemaRefs>
</ds:datastoreItem>
</file>

<file path=customXml/itemProps3.xml><?xml version="1.0" encoding="utf-8"?>
<ds:datastoreItem xmlns:ds="http://schemas.openxmlformats.org/officeDocument/2006/customXml" ds:itemID="{2F79147A-DB61-4E7D-9CFB-70CAD286A83A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9bf2d67a-4843-4f77-8dec-dc49e79de6e2"/>
    <ds:schemaRef ds:uri="ced96c98-7ffa-4594-9ee3-7376ab79bd9a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1786</TotalTime>
  <Words>50</Words>
  <Application>Microsoft Office PowerPoint</Application>
  <PresentationFormat>Custom</PresentationFormat>
  <Paragraphs>12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4" baseType="lpstr">
      <vt:lpstr>Arial</vt:lpstr>
      <vt:lpstr>Calibri</vt:lpstr>
      <vt:lpstr>3_Office Theme</vt:lpstr>
      <vt:lpstr>PowerPoint Presentation</vt:lpstr>
    </vt:vector>
  </TitlesOfParts>
  <Company>Cognizant Technology Solutions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Nandi, Tuhin (Cognizant)</dc:creator>
  <cp:lastModifiedBy>M, Anand Babu (Cognizant)</cp:lastModifiedBy>
  <cp:revision>146</cp:revision>
  <dcterms:created xsi:type="dcterms:W3CDTF">2016-06-08T11:50:10Z</dcterms:created>
  <dcterms:modified xsi:type="dcterms:W3CDTF">2026-06-25T09:35:07Z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0x0101004A7729D200C48A4FB15671A5A5EFA42D</vt:lpwstr>
  </property>
  <property fmtid="{D5CDD505-2E9C-101B-9397-08002B2CF9AE}" pid="3" name="Order">
    <vt:r8>163800</vt:r8>
  </property>
  <property fmtid="{D5CDD505-2E9C-101B-9397-08002B2CF9AE}" pid="4" name="_ExtendedDescription">
    <vt:lpwstr/>
  </property>
  <property fmtid="{D5CDD505-2E9C-101B-9397-08002B2CF9AE}" pid="5" name="TriggerFlowInfo">
    <vt:lpwstr/>
  </property>
  <property fmtid="{D5CDD505-2E9C-101B-9397-08002B2CF9AE}" pid="6" name="ComplianceAssetId">
    <vt:lpwstr/>
  </property>
  <property fmtid="{D5CDD505-2E9C-101B-9397-08002B2CF9AE}" pid="7" name="MediaServiceImageTags">
    <vt:lpwstr/>
  </property>
</Properties>
</file>